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data insights across 3,900 purchases — uncovering spending patterns, segments, and product preferences.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1586508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62399"/>
            <a:ext cx="18735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 BUSHRA ALI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6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396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86890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22396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272433" y="186890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22396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048747" y="186890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17542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277378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136999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Demographics: Age, Gender, Location, Subscription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Purchases: Item, Category, Amount, Season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 Discount, Frequency, Review Rating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2721173"/>
            <a:ext cx="5177582" cy="18362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0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5814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195364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Missing 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6551" y="3699306"/>
            <a:ext cx="1232034" cy="471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Median imputation applied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3352479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80432" y="3856420"/>
            <a:ext cx="1232034" cy="314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cleaned snake_case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237199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2751" y="1741140"/>
            <a:ext cx="1232034" cy="314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CSV with pandas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237199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0944" y="1741140"/>
            <a:ext cx="1232034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age_group and purchase_frequency_days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88966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data was standardized to snake_case, validated for consistency, and loaded into PostgreSQL for SQL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1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747" y="2288158"/>
            <a:ext cx="2454325" cy="1222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15492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678707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total revenue generated by male vs. female customers.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274094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858765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using discounts who still spent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above average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purchase amount.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68096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4044181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 contribution calculated per age segment.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2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&amp; Shipping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3962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0284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average review ratings identified.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98229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861444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Standard vs. Express shipping.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456831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820046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purchased items within each category.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6406" y="2164110"/>
            <a:ext cx="4394746" cy="14707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8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Discounts &amp; Subscriptions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28503"/>
            <a:ext cx="5177582" cy="942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18171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90284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products with highest % of discounted purchases.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498229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08290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average spend and total revenue by subscription status.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67828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404150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more likely to subscribe.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27062"/>
            <a:ext cx="6762452" cy="36922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10869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96119" y="4593134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 built to visualize all key insights — revenue, segments, products, and subscriptions — in one view.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14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67979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70973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01624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Exclusive member benefits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67979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70973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016249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526581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2668339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Promote Top Categories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297485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categories like Clothing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526581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2668339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Discounts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297485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offers for profitability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85183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637877" y="362694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877" y="3933453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High-spending age groups &amp; top locations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85183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9" name="Text 17"/>
          <p:cNvSpPr/>
          <p:nvPr/>
        </p:nvSpPr>
        <p:spPr>
          <a:xfrm>
            <a:off x="4784601" y="3626941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Preferred Payments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4601" y="3933453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Cashback on top payment methods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2026-07-30T19:39:54Z</dcterms:created>
  <dcterms:modified xsi:type="dcterms:W3CDTF">2026-07-30T19:39:54Z</dcterms:modified>
</cp:coreProperties>
</file>